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985" cy="10691988"/>
  <p:notesSz cx="10691988" cy="755998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" y="310896"/>
            <a:ext cx="6938193" cy="10070196"/>
          </a:xfrm>
          <a:prstGeom prst="rect">
            <a:avLst/>
          </a:prstGeom>
          <a:solidFill>
            <a:srgbClr val="FCFCFB">
              <a:alpha val="0"/>
            </a:srgbClr>
          </a:solidFill>
          <a:ln w="17780">
            <a:solidFill>
              <a:srgbClr val="2536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438912"/>
            <a:ext cx="6682161" cy="9814164"/>
          </a:xfrm>
          <a:prstGeom prst="rect">
            <a:avLst/>
          </a:prstGeom>
          <a:solidFill>
            <a:srgbClr val="FCFCFB">
              <a:alpha val="0"/>
            </a:srgbClr>
          </a:solidFill>
          <a:ln w="7620">
            <a:solidFill>
              <a:srgbClr val="D8DDE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685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737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증서번호  {증서번호}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" y="1344168"/>
            <a:ext cx="59140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40" kern="0" dirty="0">
                <a:solidFill>
                  <a:srgbClr val="737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CERTIFICATE OF COMPLETION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719072"/>
            <a:ext cx="591406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료 증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487168" y="2505456"/>
            <a:ext cx="2578608" cy="0"/>
          </a:xfrm>
          <a:prstGeom prst="line">
            <a:avLst/>
          </a:prstGeom>
          <a:noFill/>
          <a:ln w="19050">
            <a:solidFill>
              <a:srgbClr val="253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08960"/>
            <a:ext cx="56397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2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{이름}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730752"/>
            <a:ext cx="536542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37A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{소속}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4617720"/>
            <a:ext cx="5456865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52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 사람은 첨단기술아카데미에서 실시한 아래 과정을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252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성실히 이수하였으므로 이 증서를 수여합니다.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252728" y="5559552"/>
            <a:ext cx="5054529" cy="932688"/>
          </a:xfrm>
          <a:prstGeom prst="rect">
            <a:avLst/>
          </a:prstGeom>
          <a:solidFill>
            <a:srgbClr val="F4F5F5"/>
          </a:solidFill>
          <a:ln w="8890">
            <a:solidFill>
              <a:srgbClr val="D8DD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5797296"/>
            <a:ext cx="459732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{과정명}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7360920"/>
            <a:ext cx="53654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528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{수료일}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8394192"/>
            <a:ext cx="536542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36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첨단기술아카데미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8851392"/>
            <a:ext cx="53654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spc="140" kern="0" dirty="0">
                <a:solidFill>
                  <a:srgbClr val="737A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TECHNOLOGY ACADEMY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첨단기술아카데미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인증서_{이름}_{과정명}</dc:title>
  <dc:subject>인증서 자동 제작 도구 예제 템플릿</dc:subject>
  <dc:creator>OpenAI</dc:creator>
  <cp:lastModifiedBy>OpenAI</cp:lastModifiedBy>
  <cp:revision>1</cp:revision>
  <dcterms:created xsi:type="dcterms:W3CDTF">2026-08-28T08:16:46Z</dcterms:created>
  <dcterms:modified xsi:type="dcterms:W3CDTF">2026-08-28T08:16:46Z</dcterms:modified>
</cp:coreProperties>
</file>